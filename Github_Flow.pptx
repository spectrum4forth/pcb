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311" r:id="rId3"/>
    <p:sldId id="312" r:id="rId4"/>
    <p:sldId id="31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772" autoAdjust="0"/>
    <p:restoredTop sz="94660"/>
  </p:normalViewPr>
  <p:slideViewPr>
    <p:cSldViewPr snapToGrid="0">
      <p:cViewPr>
        <p:scale>
          <a:sx n="110" d="100"/>
          <a:sy n="110" d="100"/>
        </p:scale>
        <p:origin x="-85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11386-21A9-48F8-936E-45761A5EDDEB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54B1E-127E-48D3-AC52-C7985DFA0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71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54B1E-127E-48D3-AC52-C7985DFA0F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3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54B1E-127E-48D3-AC52-C7985DFA0F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46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54B1E-127E-48D3-AC52-C7985DFA0F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61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554B1E-127E-48D3-AC52-C7985DFA0F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93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4962C-8B2D-4C5A-AA09-AEE2F1A5A0DF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57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43703-FE6C-4C24-A5B8-97E8BED8C2E3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72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6EB1F-0CFC-4CFF-9DFB-0A416BED74F5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9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6E9FF-5B25-4519-8AE7-8F95D6DF9E60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3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1D309-2D64-474B-93CB-91901447B720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3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4A496-A894-4572-8F56-4D0FD98404F7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95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CA1F-F861-4EA2-A332-DABFF7E3AB8E}" type="datetime1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5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1D4F8-F23D-4CD0-BD94-01EFC86A0D95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0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E0F67-0816-44F6-B939-0AFF8CB3B27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04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16878-59CA-4F77-AB82-962FF52C352D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60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5EE8F-FF8C-4E6B-A97F-4221030DF585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6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51991-FFC3-49D6-86A4-EAA6B5D868EF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smtClean="0"/>
              <a:t>Capitec Inc </a:t>
            </a:r>
            <a:r>
              <a:rPr lang="zh-CN" altLang="en-US" smtClean="0"/>
              <a:t>版权所有， 复制必究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6833E-DBEC-47E4-97B8-BE414BF43E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00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ectrum4forth?tab=repositorie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github.com/downloa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esktop.github.com/downloa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318545"/>
          </a:xfrm>
        </p:spPr>
        <p:txBody>
          <a:bodyPr/>
          <a:lstStyle/>
          <a:p>
            <a:r>
              <a:rPr lang="en-US" altLang="zh-CN" dirty="0" err="1" smtClean="0"/>
              <a:t>GitHub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462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1"/>
            <a:ext cx="12192000" cy="757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Web Site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0" y="678426"/>
            <a:ext cx="12192000" cy="786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2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760316" y="999243"/>
            <a:ext cx="86713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hlinkClick r:id="rId3"/>
              </a:rPr>
              <a:t>https://</a:t>
            </a:r>
            <a:r>
              <a:rPr lang="en-US" dirty="0" smtClean="0">
                <a:solidFill>
                  <a:srgbClr val="0000FF"/>
                </a:solidFill>
                <a:hlinkClick r:id="rId3"/>
              </a:rPr>
              <a:t>github.com/spectrum4forth?tab=repositories</a:t>
            </a:r>
            <a:endParaRPr lang="en-US" dirty="0" smtClean="0">
              <a:solidFill>
                <a:srgbClr val="0000FF"/>
              </a:solidFill>
            </a:endParaRP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0000FF"/>
                </a:solidFill>
              </a:rPr>
              <a:t>NEW</a:t>
            </a:r>
          </a:p>
          <a:p>
            <a:pPr marL="342900" indent="-342900">
              <a:buAutoNum type="arabicPeriod"/>
            </a:pPr>
            <a:r>
              <a:rPr lang="en-US" dirty="0" smtClean="0">
                <a:solidFill>
                  <a:srgbClr val="0000FF"/>
                </a:solidFill>
              </a:rPr>
              <a:t>Folder Name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534" y="2082830"/>
            <a:ext cx="8618798" cy="266800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2701" y="5030605"/>
            <a:ext cx="8906597" cy="150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1"/>
            <a:ext cx="12192000" cy="757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GitHub</a:t>
            </a:r>
            <a:r>
              <a:rPr lang="en-US" dirty="0" smtClean="0"/>
              <a:t> Desktop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0" y="678426"/>
            <a:ext cx="12192000" cy="786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3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412110" y="1250844"/>
            <a:ext cx="7870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Download </a:t>
            </a:r>
            <a:r>
              <a:rPr lang="en-US" dirty="0" err="1" smtClean="0"/>
              <a:t>Github</a:t>
            </a:r>
            <a:r>
              <a:rPr lang="en-US" dirty="0" smtClean="0"/>
              <a:t> Desktop  and Install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  <a:hlinkClick r:id="rId3"/>
              </a:rPr>
              <a:t>https://desktop.github.com/download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Run </a:t>
            </a:r>
            <a:r>
              <a:rPr lang="en-US" dirty="0" err="1" smtClean="0"/>
              <a:t>Github</a:t>
            </a:r>
            <a:r>
              <a:rPr lang="en-US" dirty="0" smtClean="0"/>
              <a:t> desktop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File -&gt; Clone Repository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Copy the files to the PCB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278" y="2937141"/>
            <a:ext cx="6972236" cy="23045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2771" y="3470245"/>
            <a:ext cx="4282875" cy="305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084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1"/>
            <a:ext cx="12192000" cy="7570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 smtClean="0"/>
              <a:t>GitHub</a:t>
            </a:r>
            <a:r>
              <a:rPr lang="en-US" dirty="0" smtClean="0"/>
              <a:t> Desktop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0" y="678426"/>
            <a:ext cx="12192000" cy="7865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833E-DBEC-47E4-97B8-BE414BF43E89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412110" y="1250844"/>
            <a:ext cx="787078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Download </a:t>
            </a:r>
            <a:r>
              <a:rPr lang="en-US" dirty="0" err="1" smtClean="0"/>
              <a:t>Github</a:t>
            </a:r>
            <a:r>
              <a:rPr lang="en-US" dirty="0" smtClean="0"/>
              <a:t> Desktop  and Install</a:t>
            </a:r>
            <a:r>
              <a:rPr lang="en-US" dirty="0"/>
              <a:t>: </a:t>
            </a:r>
            <a:r>
              <a:rPr lang="en-US" dirty="0">
                <a:solidFill>
                  <a:srgbClr val="0000FF"/>
                </a:solidFill>
                <a:hlinkClick r:id="rId3"/>
              </a:rPr>
              <a:t>https://desktop.github.com/download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Run </a:t>
            </a:r>
            <a:r>
              <a:rPr lang="en-US" dirty="0" err="1" smtClean="0"/>
              <a:t>Github</a:t>
            </a:r>
            <a:r>
              <a:rPr lang="en-US" dirty="0" smtClean="0"/>
              <a:t> desktop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File -&gt; Clone Repository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Copy the files to the PCB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Select file to commit.</a:t>
            </a:r>
          </a:p>
          <a:p>
            <a:pPr marL="342900" indent="-342900">
              <a:buFont typeface="+mj-lt"/>
              <a:buAutoNum type="arabicPeriod"/>
            </a:pPr>
            <a:r>
              <a:rPr lang="en-US" smtClean="0"/>
              <a:t>Publish branch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278" y="2937141"/>
            <a:ext cx="6972236" cy="23045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2771" y="3470245"/>
            <a:ext cx="4282875" cy="305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01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11421</TotalTime>
  <Words>74</Words>
  <Application>Microsoft Office PowerPoint</Application>
  <PresentationFormat>Widescreen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Theme</vt:lpstr>
      <vt:lpstr>GitHub</vt:lpstr>
      <vt:lpstr>PowerPoint Presentation</vt:lpstr>
      <vt:lpstr>PowerPoint Presentation</vt:lpstr>
      <vt:lpstr>PowerPoint Presentation</vt:lpstr>
    </vt:vector>
  </TitlesOfParts>
  <Company>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211</cp:revision>
  <dcterms:created xsi:type="dcterms:W3CDTF">2023-12-10T04:03:48Z</dcterms:created>
  <dcterms:modified xsi:type="dcterms:W3CDTF">2026-01-17T05:17:57Z</dcterms:modified>
</cp:coreProperties>
</file>